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76" r:id="rId7"/>
    <p:sldId id="265" r:id="rId8"/>
    <p:sldId id="277" r:id="rId9"/>
    <p:sldId id="278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FF0B3-078F-40F2-996A-D897271D6F4B}" v="18" dt="2024-05-28T13:07:45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8"/>
  </p:normalViewPr>
  <p:slideViewPr>
    <p:cSldViewPr snapToGrid="0">
      <p:cViewPr varScale="1">
        <p:scale>
          <a:sx n="80" d="100"/>
          <a:sy n="80" d="100"/>
        </p:scale>
        <p:origin x="58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ur Rasiklal Thakkar Thakkar Rasiklal" userId="126aea9f-1674-4384-9647-f9d1c5d0bfc6" providerId="ADAL" clId="{CA5FF0B3-078F-40F2-996A-D897271D6F4B}"/>
    <pc:docChg chg="undo custSel modSld">
      <pc:chgData name="Ankur Rasiklal Thakkar Thakkar Rasiklal" userId="126aea9f-1674-4384-9647-f9d1c5d0bfc6" providerId="ADAL" clId="{CA5FF0B3-078F-40F2-996A-D897271D6F4B}" dt="2024-05-28T13:07:45.591" v="177"/>
      <pc:docMkLst>
        <pc:docMk/>
      </pc:docMkLst>
      <pc:sldChg chg="addSp delSp modSp mod">
        <pc:chgData name="Ankur Rasiklal Thakkar Thakkar Rasiklal" userId="126aea9f-1674-4384-9647-f9d1c5d0bfc6" providerId="ADAL" clId="{CA5FF0B3-078F-40F2-996A-D897271D6F4B}" dt="2024-05-28T13:00:05.245" v="12" actId="1076"/>
        <pc:sldMkLst>
          <pc:docMk/>
          <pc:sldMk cId="2259308896" sldId="256"/>
        </pc:sldMkLst>
        <pc:spChg chg="add del">
          <ac:chgData name="Ankur Rasiklal Thakkar Thakkar Rasiklal" userId="126aea9f-1674-4384-9647-f9d1c5d0bfc6" providerId="ADAL" clId="{CA5FF0B3-078F-40F2-996A-D897271D6F4B}" dt="2024-05-28T12:59:45.350" v="5" actId="22"/>
          <ac:spMkLst>
            <pc:docMk/>
            <pc:sldMk cId="2259308896" sldId="256"/>
            <ac:spMk id="6" creationId="{82A06589-E431-0AE8-DC91-7C76468A78C5}"/>
          </ac:spMkLst>
        </pc:spChg>
        <pc:spChg chg="add del">
          <ac:chgData name="Ankur Rasiklal Thakkar Thakkar Rasiklal" userId="126aea9f-1674-4384-9647-f9d1c5d0bfc6" providerId="ADAL" clId="{CA5FF0B3-078F-40F2-996A-D897271D6F4B}" dt="2024-05-28T12:59:44.124" v="4" actId="22"/>
          <ac:spMkLst>
            <pc:docMk/>
            <pc:sldMk cId="2259308896" sldId="256"/>
            <ac:spMk id="9" creationId="{5FAD6414-DF2D-DB4B-0ED8-30CCD8508863}"/>
          </ac:spMkLst>
        </pc:spChg>
        <pc:picChg chg="add del mod">
          <ac:chgData name="Ankur Rasiklal Thakkar Thakkar Rasiklal" userId="126aea9f-1674-4384-9647-f9d1c5d0bfc6" providerId="ADAL" clId="{CA5FF0B3-078F-40F2-996A-D897271D6F4B}" dt="2024-05-28T13:00:01.766" v="9" actId="478"/>
          <ac:picMkLst>
            <pc:docMk/>
            <pc:sldMk cId="2259308896" sldId="256"/>
            <ac:picMk id="4" creationId="{ACA082AA-BEAE-726F-3997-A34417E8ABA2}"/>
          </ac:picMkLst>
        </pc:picChg>
        <pc:picChg chg="del">
          <ac:chgData name="Ankur Rasiklal Thakkar Thakkar Rasiklal" userId="126aea9f-1674-4384-9647-f9d1c5d0bfc6" providerId="ADAL" clId="{CA5FF0B3-078F-40F2-996A-D897271D6F4B}" dt="2024-05-28T12:59:25.417" v="0" actId="21"/>
          <ac:picMkLst>
            <pc:docMk/>
            <pc:sldMk cId="2259308896" sldId="256"/>
            <ac:picMk id="7" creationId="{ACA082AA-BEAE-726F-3997-A34417E8ABA2}"/>
          </ac:picMkLst>
        </pc:picChg>
        <pc:picChg chg="add mod">
          <ac:chgData name="Ankur Rasiklal Thakkar Thakkar Rasiklal" userId="126aea9f-1674-4384-9647-f9d1c5d0bfc6" providerId="ADAL" clId="{CA5FF0B3-078F-40F2-996A-D897271D6F4B}" dt="2024-05-28T13:00:05.245" v="12" actId="1076"/>
          <ac:picMkLst>
            <pc:docMk/>
            <pc:sldMk cId="2259308896" sldId="256"/>
            <ac:picMk id="11" creationId="{B4CB00F9-94BB-13E2-3319-98767978977D}"/>
          </ac:picMkLst>
        </pc:picChg>
      </pc:sldChg>
      <pc:sldChg chg="addSp delSp modSp mod">
        <pc:chgData name="Ankur Rasiklal Thakkar Thakkar Rasiklal" userId="126aea9f-1674-4384-9647-f9d1c5d0bfc6" providerId="ADAL" clId="{CA5FF0B3-078F-40F2-996A-D897271D6F4B}" dt="2024-05-28T13:06:10.225" v="155" actId="1076"/>
        <pc:sldMkLst>
          <pc:docMk/>
          <pc:sldMk cId="1325608595" sldId="257"/>
        </pc:sldMkLst>
        <pc:spChg chg="mod">
          <ac:chgData name="Ankur Rasiklal Thakkar Thakkar Rasiklal" userId="126aea9f-1674-4384-9647-f9d1c5d0bfc6" providerId="ADAL" clId="{CA5FF0B3-078F-40F2-996A-D897271D6F4B}" dt="2024-05-28T13:01:56.760" v="28" actId="27636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Ankur Rasiklal Thakkar Thakkar Rasiklal" userId="126aea9f-1674-4384-9647-f9d1c5d0bfc6" providerId="ADAL" clId="{CA5FF0B3-078F-40F2-996A-D897271D6F4B}" dt="2024-05-28T13:01:34.841" v="26" actId="255"/>
          <ac:spMkLst>
            <pc:docMk/>
            <pc:sldMk cId="1325608595" sldId="257"/>
            <ac:spMk id="3" creationId="{22788C46-D0BC-4307-AE55-7601A139E7CB}"/>
          </ac:spMkLst>
        </pc:spChg>
        <pc:spChg chg="add">
          <ac:chgData name="Ankur Rasiklal Thakkar Thakkar Rasiklal" userId="126aea9f-1674-4384-9647-f9d1c5d0bfc6" providerId="ADAL" clId="{CA5FF0B3-078F-40F2-996A-D897271D6F4B}" dt="2024-05-28T13:00:42.865" v="18" actId="26606"/>
          <ac:spMkLst>
            <pc:docMk/>
            <pc:sldMk cId="1325608595" sldId="257"/>
            <ac:spMk id="9" creationId="{FA9A041B-71D3-0455-C9DA-8AAE2141021B}"/>
          </ac:spMkLst>
        </pc:spChg>
        <pc:spChg chg="add">
          <ac:chgData name="Ankur Rasiklal Thakkar Thakkar Rasiklal" userId="126aea9f-1674-4384-9647-f9d1c5d0bfc6" providerId="ADAL" clId="{CA5FF0B3-078F-40F2-996A-D897271D6F4B}" dt="2024-05-28T13:00:42.865" v="18" actId="26606"/>
          <ac:spMkLst>
            <pc:docMk/>
            <pc:sldMk cId="1325608595" sldId="257"/>
            <ac:spMk id="11" creationId="{AF615FFD-D0C2-00B6-7986-5A1D458B3667}"/>
          </ac:spMkLst>
        </pc:spChg>
        <pc:spChg chg="add">
          <ac:chgData name="Ankur Rasiklal Thakkar Thakkar Rasiklal" userId="126aea9f-1674-4384-9647-f9d1c5d0bfc6" providerId="ADAL" clId="{CA5FF0B3-078F-40F2-996A-D897271D6F4B}" dt="2024-05-28T13:00:42.865" v="18" actId="26606"/>
          <ac:spMkLst>
            <pc:docMk/>
            <pc:sldMk cId="1325608595" sldId="257"/>
            <ac:spMk id="13" creationId="{5A7E8D03-DF38-B764-FC7D-158C0FA9BC4F}"/>
          </ac:spMkLst>
        </pc:spChg>
        <pc:picChg chg="add mod">
          <ac:chgData name="Ankur Rasiklal Thakkar Thakkar Rasiklal" userId="126aea9f-1674-4384-9647-f9d1c5d0bfc6" providerId="ADAL" clId="{CA5FF0B3-078F-40F2-996A-D897271D6F4B}" dt="2024-05-28T13:06:10.225" v="155" actId="1076"/>
          <ac:picMkLst>
            <pc:docMk/>
            <pc:sldMk cId="1325608595" sldId="257"/>
            <ac:picMk id="4" creationId="{BCFC619E-8CB0-D029-BD60-5689A8BE3D08}"/>
          </ac:picMkLst>
        </pc:picChg>
        <pc:picChg chg="del">
          <ac:chgData name="Ankur Rasiklal Thakkar Thakkar Rasiklal" userId="126aea9f-1674-4384-9647-f9d1c5d0bfc6" providerId="ADAL" clId="{CA5FF0B3-078F-40F2-996A-D897271D6F4B}" dt="2024-05-28T13:00:16.865" v="13" actId="478"/>
          <ac:picMkLst>
            <pc:docMk/>
            <pc:sldMk cId="1325608595" sldId="257"/>
            <ac:picMk id="7" creationId="{EAD476C6-6A03-535F-B663-BA87F2DAF7EB}"/>
          </ac:picMkLst>
        </pc:picChg>
      </pc:sldChg>
      <pc:sldChg chg="addSp delSp modSp mod">
        <pc:chgData name="Ankur Rasiklal Thakkar Thakkar Rasiklal" userId="126aea9f-1674-4384-9647-f9d1c5d0bfc6" providerId="ADAL" clId="{CA5FF0B3-078F-40F2-996A-D897271D6F4B}" dt="2024-05-28T13:03:32.143" v="63" actId="1076"/>
        <pc:sldMkLst>
          <pc:docMk/>
          <pc:sldMk cId="2563119616" sldId="265"/>
        </pc:sldMkLst>
        <pc:spChg chg="mod">
          <ac:chgData name="Ankur Rasiklal Thakkar Thakkar Rasiklal" userId="126aea9f-1674-4384-9647-f9d1c5d0bfc6" providerId="ADAL" clId="{CA5FF0B3-078F-40F2-996A-D897271D6F4B}" dt="2024-05-28T13:03:15.131" v="59" actId="26606"/>
          <ac:spMkLst>
            <pc:docMk/>
            <pc:sldMk cId="2563119616" sldId="265"/>
            <ac:spMk id="2063" creationId="{E5D0DCB8-19B4-EAE8-843C-EF654B45248F}"/>
          </ac:spMkLst>
        </pc:spChg>
        <pc:spChg chg="add">
          <ac:chgData name="Ankur Rasiklal Thakkar Thakkar Rasiklal" userId="126aea9f-1674-4384-9647-f9d1c5d0bfc6" providerId="ADAL" clId="{CA5FF0B3-078F-40F2-996A-D897271D6F4B}" dt="2024-05-28T13:03:15.131" v="59" actId="26606"/>
          <ac:spMkLst>
            <pc:docMk/>
            <pc:sldMk cId="2563119616" sldId="265"/>
            <ac:spMk id="2068" creationId="{C0190814-1D83-AEC6-C1AB-9E6210CFE671}"/>
          </ac:spMkLst>
        </pc:spChg>
        <pc:spChg chg="add">
          <ac:chgData name="Ankur Rasiklal Thakkar Thakkar Rasiklal" userId="126aea9f-1674-4384-9647-f9d1c5d0bfc6" providerId="ADAL" clId="{CA5FF0B3-078F-40F2-996A-D897271D6F4B}" dt="2024-05-28T13:03:15.131" v="59" actId="26606"/>
          <ac:spMkLst>
            <pc:docMk/>
            <pc:sldMk cId="2563119616" sldId="265"/>
            <ac:spMk id="2070" creationId="{10556EBE-A4E6-DB36-832B-D8E9C8BAE45C}"/>
          </ac:spMkLst>
        </pc:spChg>
        <pc:spChg chg="add">
          <ac:chgData name="Ankur Rasiklal Thakkar Thakkar Rasiklal" userId="126aea9f-1674-4384-9647-f9d1c5d0bfc6" providerId="ADAL" clId="{CA5FF0B3-078F-40F2-996A-D897271D6F4B}" dt="2024-05-28T13:03:15.131" v="59" actId="26606"/>
          <ac:spMkLst>
            <pc:docMk/>
            <pc:sldMk cId="2563119616" sldId="265"/>
            <ac:spMk id="2072" creationId="{707C32B3-8B45-3A83-8EED-9EC72F11695D}"/>
          </ac:spMkLst>
        </pc:spChg>
        <pc:picChg chg="add mod">
          <ac:chgData name="Ankur Rasiklal Thakkar Thakkar Rasiklal" userId="126aea9f-1674-4384-9647-f9d1c5d0bfc6" providerId="ADAL" clId="{CA5FF0B3-078F-40F2-996A-D897271D6F4B}" dt="2024-05-28T13:03:32.143" v="63" actId="1076"/>
          <ac:picMkLst>
            <pc:docMk/>
            <pc:sldMk cId="2563119616" sldId="265"/>
            <ac:picMk id="3" creationId="{27F5817C-F6AD-063C-1F03-14FBBA0B1E78}"/>
          </ac:picMkLst>
        </pc:picChg>
        <pc:picChg chg="del">
          <ac:chgData name="Ankur Rasiklal Thakkar Thakkar Rasiklal" userId="126aea9f-1674-4384-9647-f9d1c5d0bfc6" providerId="ADAL" clId="{CA5FF0B3-078F-40F2-996A-D897271D6F4B}" dt="2024-05-28T13:03:00.985" v="51" actId="478"/>
          <ac:picMkLst>
            <pc:docMk/>
            <pc:sldMk cId="2563119616" sldId="265"/>
            <ac:picMk id="20" creationId="{B982B16C-38C1-965B-58C2-77C68EC85B9E}"/>
          </ac:picMkLst>
        </pc:picChg>
        <pc:picChg chg="mod">
          <ac:chgData name="Ankur Rasiklal Thakkar Thakkar Rasiklal" userId="126aea9f-1674-4384-9647-f9d1c5d0bfc6" providerId="ADAL" clId="{CA5FF0B3-078F-40F2-996A-D897271D6F4B}" dt="2024-05-28T13:03:27.991" v="62" actId="1076"/>
          <ac:picMkLst>
            <pc:docMk/>
            <pc:sldMk cId="2563119616" sldId="265"/>
            <ac:picMk id="2051" creationId="{7EF4F1D0-C7A7-3024-0B48-A14BCF8F2722}"/>
          </ac:picMkLst>
        </pc:picChg>
      </pc:sldChg>
      <pc:sldChg chg="addSp delSp modSp mod">
        <pc:chgData name="Ankur Rasiklal Thakkar Thakkar Rasiklal" userId="126aea9f-1674-4384-9647-f9d1c5d0bfc6" providerId="ADAL" clId="{CA5FF0B3-078F-40F2-996A-D897271D6F4B}" dt="2024-05-28T13:07:45.591" v="177"/>
        <pc:sldMkLst>
          <pc:docMk/>
          <pc:sldMk cId="926184573" sldId="275"/>
        </pc:sldMkLst>
        <pc:picChg chg="del">
          <ac:chgData name="Ankur Rasiklal Thakkar Thakkar Rasiklal" userId="126aea9f-1674-4384-9647-f9d1c5d0bfc6" providerId="ADAL" clId="{CA5FF0B3-078F-40F2-996A-D897271D6F4B}" dt="2024-05-28T13:07:23.010" v="169" actId="478"/>
          <ac:picMkLst>
            <pc:docMk/>
            <pc:sldMk cId="926184573" sldId="275"/>
            <ac:picMk id="4" creationId="{55A8178A-8035-4C01-C790-AFEE4CDE7DA1}"/>
          </ac:picMkLst>
        </pc:picChg>
        <pc:picChg chg="add del mod">
          <ac:chgData name="Ankur Rasiklal Thakkar Thakkar Rasiklal" userId="126aea9f-1674-4384-9647-f9d1c5d0bfc6" providerId="ADAL" clId="{CA5FF0B3-078F-40F2-996A-D897271D6F4B}" dt="2024-05-28T13:07:44.577" v="176" actId="478"/>
          <ac:picMkLst>
            <pc:docMk/>
            <pc:sldMk cId="926184573" sldId="275"/>
            <ac:picMk id="6" creationId="{EAD9427E-F2EB-1B4B-BD9B-156FDC4EB61E}"/>
          </ac:picMkLst>
        </pc:picChg>
        <pc:picChg chg="add mod">
          <ac:chgData name="Ankur Rasiklal Thakkar Thakkar Rasiklal" userId="126aea9f-1674-4384-9647-f9d1c5d0bfc6" providerId="ADAL" clId="{CA5FF0B3-078F-40F2-996A-D897271D6F4B}" dt="2024-05-28T13:07:45.591" v="177"/>
          <ac:picMkLst>
            <pc:docMk/>
            <pc:sldMk cId="926184573" sldId="275"/>
            <ac:picMk id="7" creationId="{A83AE8EF-7FEE-A30F-93C6-C755409F4343}"/>
          </ac:picMkLst>
        </pc:picChg>
      </pc:sldChg>
      <pc:sldChg chg="addSp delSp modSp mod modClrScheme chgLayout">
        <pc:chgData name="Ankur Rasiklal Thakkar Thakkar Rasiklal" userId="126aea9f-1674-4384-9647-f9d1c5d0bfc6" providerId="ADAL" clId="{CA5FF0B3-078F-40F2-996A-D897271D6F4B}" dt="2024-05-28T13:06:25.376" v="158" actId="1076"/>
        <pc:sldMkLst>
          <pc:docMk/>
          <pc:sldMk cId="1590181185" sldId="276"/>
        </pc:sldMkLst>
        <pc:spChg chg="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2" creationId="{912DF434-28DB-4621-A497-D62C41CE0419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28.866" v="37" actId="26606"/>
          <ac:spMkLst>
            <pc:docMk/>
            <pc:sldMk cId="1590181185" sldId="276"/>
            <ac:spMk id="1031" creationId="{C4CEAC48-CF7D-A727-FEEC-323B41AA4EC7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28.866" v="37" actId="26606"/>
          <ac:spMkLst>
            <pc:docMk/>
            <pc:sldMk cId="1590181185" sldId="276"/>
            <ac:spMk id="1033" creationId="{E4DFF05F-1473-38A4-F019-5F8D42129405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28.866" v="37" actId="26606"/>
          <ac:spMkLst>
            <pc:docMk/>
            <pc:sldMk cId="1590181185" sldId="276"/>
            <ac:spMk id="1035" creationId="{6910E9C6-2FF5-A66C-45B5-49019024428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0.377" v="39" actId="26606"/>
          <ac:spMkLst>
            <pc:docMk/>
            <pc:sldMk cId="1590181185" sldId="276"/>
            <ac:spMk id="1037" creationId="{038BB621-CECD-A251-1140-2BD05B7BA619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0.377" v="39" actId="26606"/>
          <ac:spMkLst>
            <pc:docMk/>
            <pc:sldMk cId="1590181185" sldId="276"/>
            <ac:spMk id="1038" creationId="{D0425C18-CC25-A895-BCBE-DE4522CE62E8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0.377" v="39" actId="26606"/>
          <ac:spMkLst>
            <pc:docMk/>
            <pc:sldMk cId="1590181185" sldId="276"/>
            <ac:spMk id="1039" creationId="{BCE91B97-3D57-29D3-4E53-C8F7BDF030BE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1.431" v="41" actId="26606"/>
          <ac:spMkLst>
            <pc:docMk/>
            <pc:sldMk cId="1590181185" sldId="276"/>
            <ac:spMk id="1041" creationId="{F1566DC9-B8A4-9B45-1EC0-85329EE9112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1.431" v="41" actId="26606"/>
          <ac:spMkLst>
            <pc:docMk/>
            <pc:sldMk cId="1590181185" sldId="276"/>
            <ac:spMk id="1042" creationId="{673A687B-0C3F-E91E-B5C0-9794AF4C17F3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1.431" v="41" actId="26606"/>
          <ac:spMkLst>
            <pc:docMk/>
            <pc:sldMk cId="1590181185" sldId="276"/>
            <ac:spMk id="1043" creationId="{13F23DCF-D144-EC16-0FCD-AC31BD0DC4D4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45" creationId="{ED67DF17-2072-A322-7347-C56803DF6457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46" creationId="{7D84BB48-3A07-3427-22E6-5C256A2BA2D6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47" creationId="{6AABC231-982F-F8B0-26B0-066087757C1A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48" creationId="{93B2BA89-37BA-A4C2-F5AE-5AD223B68002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49" creationId="{122448DD-3954-AEB0-33DB-FEE60C91D1FF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1" creationId="{32A1293D-B376-6B87-82AC-1E439414AD89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2" creationId="{E8CFFFB3-DCC7-AC8C-9088-F6E021864F2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3" creationId="{2C466AFE-624F-9B01-B4FD-EF75B566A6D4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4" creationId="{91221097-0187-022A-75C1-29337426C036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5" creationId="{3F74E16F-32D2-ECBB-FCDB-419CCD967E7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6" creationId="{DD755DE7-953E-DF06-4E27-C908F570FCBD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4.882" v="44" actId="26606"/>
          <ac:spMkLst>
            <pc:docMk/>
            <pc:sldMk cId="1590181185" sldId="276"/>
            <ac:spMk id="1057" creationId="{93B2A6F5-8D90-8CD2-FC72-04EB9A21858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59" creationId="{7512F5FF-7175-AFDD-7B1C-5B43E3D6EB9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60" creationId="{FF9AB3D8-4C29-FBF7-45C5-ACB21A56CF1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1" creationId="{19DF0E16-A0CD-BCC9-C26A-0043DA7583E4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62" creationId="{58B6218F-6F33-4E15-97CC-2A059B84BE3F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3" creationId="{18FD49C3-2B71-866B-54E3-23AA06B5CE3C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4" creationId="{EDDA4435-46FF-B169-DC09-64E0D69BCC21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5" creationId="{F978B346-AD3D-7F65-28AA-3D3FDDB1FBBB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6" creationId="{517A9724-5D80-0C3E-62AB-52C4F0D0AFE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7" creationId="{B964AC79-1943-7CEC-CF8B-92C9BB41482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8" creationId="{C9A99386-1E88-E0E3-BD04-03F428948E8A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69" creationId="{4929C17D-9362-9331-B674-D1B192F049DC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0" creationId="{1FA4FD6D-A9C7-6F2B-9400-6C5BC939EE2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1" creationId="{116A951C-312F-1830-4E90-A1CDCF70E96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2" creationId="{EEC5F244-8E31-6641-60E4-2474F092939F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3" creationId="{97A603F5-35BB-5D3C-7B26-E4AB6FFAE1FD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4" creationId="{7F5FF8CA-1F61-F083-1012-457FCCA086C0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5" creationId="{14DFA0FC-D6C3-F1C5-18F7-664A775F802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6" creationId="{43F9E69A-E490-9382-8931-DA9F59E3B934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7" creationId="{FA90DF05-FA01-440F-8878-0A0D964BB898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8" creationId="{148BDC63-870D-0DF8-2284-781AC18D84F7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79" creationId="{27E00D2B-0EB7-E0E3-C5B8-6187500639A6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80" creationId="{6E5535C0-77E3-B704-B420-94490070776E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81" creationId="{899C7C6F-3338-3814-3AD1-C3B284338599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82" creationId="{46B6A669-3A3A-E1FB-67C0-8ADB9B187894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36.079" v="45" actId="26606"/>
          <ac:spMkLst>
            <pc:docMk/>
            <pc:sldMk cId="1590181185" sldId="276"/>
            <ac:spMk id="1083" creationId="{913CAEC4-3F92-90EB-12FF-AF4CABD0EAAE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85" creationId="{47B5EEFA-B0FE-A859-7C4F-20C0541153C3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86" creationId="{AE8F4A43-117C-27C2-9B20-AFF03B6E7835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87" creationId="{79C5F51B-8DD0-E6B9-7CF5-A64C8904B37A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88" creationId="{1C886F75-640D-3287-1ADB-96A0E0DE4B2A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89" creationId="{4005A6CA-67F3-8857-7DE5-E7A922EE4709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0" creationId="{FADA704A-6FFD-476E-D079-B2A1ACF8F3A1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1" creationId="{45B487C0-0BC6-998D-821C-FFAD22E612A6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2" creationId="{B59D2C71-35FE-E8D3-AE7E-B7CA9F842931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3" creationId="{08628862-AD62-B6CF-08CC-1F2313534680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4" creationId="{382D22E2-5596-3AB4-5619-8A8678BFCC23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5" creationId="{6536A340-09E9-FDDA-05BB-693DCCE58165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6" creationId="{13B9922E-3DD5-7530-2981-E5BCD1D2B361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097" creationId="{CD45C396-A175-8D47-AC05-D3C45A65E7B6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0.101" v="47" actId="26606"/>
          <ac:spMkLst>
            <pc:docMk/>
            <pc:sldMk cId="1590181185" sldId="276"/>
            <ac:spMk id="1099" creationId="{038BB621-CECD-A251-1140-2BD05B7BA619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0.101" v="47" actId="26606"/>
          <ac:spMkLst>
            <pc:docMk/>
            <pc:sldMk cId="1590181185" sldId="276"/>
            <ac:spMk id="1100" creationId="{D0425C18-CC25-A895-BCBE-DE4522CE62E8}"/>
          </ac:spMkLst>
        </pc:spChg>
        <pc:spChg chg="add del mod">
          <ac:chgData name="Ankur Rasiklal Thakkar Thakkar Rasiklal" userId="126aea9f-1674-4384-9647-f9d1c5d0bfc6" providerId="ADAL" clId="{CA5FF0B3-078F-40F2-996A-D897271D6F4B}" dt="2024-05-28T13:02:40.101" v="47" actId="26606"/>
          <ac:spMkLst>
            <pc:docMk/>
            <pc:sldMk cId="1590181185" sldId="276"/>
            <ac:spMk id="1101" creationId="{BCE91B97-3D57-29D3-4E53-C8F7BDF030BE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45.574" v="49" actId="26606"/>
          <ac:spMkLst>
            <pc:docMk/>
            <pc:sldMk cId="1590181185" sldId="276"/>
            <ac:spMk id="1103" creationId="{C4CEAC48-CF7D-A727-FEEC-323B41AA4EC7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45.574" v="49" actId="26606"/>
          <ac:spMkLst>
            <pc:docMk/>
            <pc:sldMk cId="1590181185" sldId="276"/>
            <ac:spMk id="1104" creationId="{E4DFF05F-1473-38A4-F019-5F8D42129405}"/>
          </ac:spMkLst>
        </pc:spChg>
        <pc:spChg chg="add del">
          <ac:chgData name="Ankur Rasiklal Thakkar Thakkar Rasiklal" userId="126aea9f-1674-4384-9647-f9d1c5d0bfc6" providerId="ADAL" clId="{CA5FF0B3-078F-40F2-996A-D897271D6F4B}" dt="2024-05-28T13:02:45.574" v="49" actId="26606"/>
          <ac:spMkLst>
            <pc:docMk/>
            <pc:sldMk cId="1590181185" sldId="276"/>
            <ac:spMk id="1105" creationId="{6910E9C6-2FF5-A66C-45B5-490190244285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107" creationId="{038BB621-CECD-A251-1140-2BD05B7BA619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108" creationId="{D0425C18-CC25-A895-BCBE-DE4522CE62E8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2:45.587" v="50" actId="26606"/>
          <ac:spMkLst>
            <pc:docMk/>
            <pc:sldMk cId="1590181185" sldId="276"/>
            <ac:spMk id="1109" creationId="{BCE91B97-3D57-29D3-4E53-C8F7BDF030BE}"/>
          </ac:spMkLst>
        </pc:spChg>
        <pc:picChg chg="add mod">
          <ac:chgData name="Ankur Rasiklal Thakkar Thakkar Rasiklal" userId="126aea9f-1674-4384-9647-f9d1c5d0bfc6" providerId="ADAL" clId="{CA5FF0B3-078F-40F2-996A-D897271D6F4B}" dt="2024-05-28T13:06:25.376" v="158" actId="1076"/>
          <ac:picMkLst>
            <pc:docMk/>
            <pc:sldMk cId="1590181185" sldId="276"/>
            <ac:picMk id="4" creationId="{FB16A0F2-38C8-6E4B-FA2B-F81DDD25837F}"/>
          </ac:picMkLst>
        </pc:picChg>
        <pc:picChg chg="del">
          <ac:chgData name="Ankur Rasiklal Thakkar Thakkar Rasiklal" userId="126aea9f-1674-4384-9647-f9d1c5d0bfc6" providerId="ADAL" clId="{CA5FF0B3-078F-40F2-996A-D897271D6F4B}" dt="2024-05-28T13:02:09.211" v="29" actId="478"/>
          <ac:picMkLst>
            <pc:docMk/>
            <pc:sldMk cId="1590181185" sldId="276"/>
            <ac:picMk id="6" creationId="{CF15370A-6E52-4B62-3241-13201BF35FB9}"/>
          </ac:picMkLst>
        </pc:picChg>
        <pc:picChg chg="mod ord">
          <ac:chgData name="Ankur Rasiklal Thakkar Thakkar Rasiklal" userId="126aea9f-1674-4384-9647-f9d1c5d0bfc6" providerId="ADAL" clId="{CA5FF0B3-078F-40F2-996A-D897271D6F4B}" dt="2024-05-28T13:06:18.506" v="156" actId="14100"/>
          <ac:picMkLst>
            <pc:docMk/>
            <pc:sldMk cId="1590181185" sldId="276"/>
            <ac:picMk id="1026" creationId="{5D12F613-9F14-BE8D-3350-1AB980F2EB33}"/>
          </ac:picMkLst>
        </pc:picChg>
      </pc:sldChg>
      <pc:sldChg chg="addSp delSp modSp mod modClrScheme chgLayout">
        <pc:chgData name="Ankur Rasiklal Thakkar Thakkar Rasiklal" userId="126aea9f-1674-4384-9647-f9d1c5d0bfc6" providerId="ADAL" clId="{CA5FF0B3-078F-40F2-996A-D897271D6F4B}" dt="2024-05-28T13:04:45.278" v="75" actId="1076"/>
        <pc:sldMkLst>
          <pc:docMk/>
          <pc:sldMk cId="2345444058" sldId="277"/>
        </pc:sldMkLst>
        <pc:spChg chg="mod">
          <ac:chgData name="Ankur Rasiklal Thakkar Thakkar Rasiklal" userId="126aea9f-1674-4384-9647-f9d1c5d0bfc6" providerId="ADAL" clId="{CA5FF0B3-078F-40F2-996A-D897271D6F4B}" dt="2024-05-28T13:04:34.706" v="72" actId="26606"/>
          <ac:spMkLst>
            <pc:docMk/>
            <pc:sldMk cId="2345444058" sldId="277"/>
            <ac:spMk id="2063" creationId="{E5D0DCB8-19B4-EAE8-843C-EF654B45248F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4:34.706" v="72" actId="26606"/>
          <ac:spMkLst>
            <pc:docMk/>
            <pc:sldMk cId="2345444058" sldId="277"/>
            <ac:spMk id="3079" creationId="{876B7E07-80BD-9457-7DF7-6B82555FEC07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4:34.706" v="72" actId="26606"/>
          <ac:spMkLst>
            <pc:docMk/>
            <pc:sldMk cId="2345444058" sldId="277"/>
            <ac:spMk id="3081" creationId="{4CFF7EEC-71C5-CF6D-985F-2E447D51ADB4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4:34.706" v="72" actId="26606"/>
          <ac:spMkLst>
            <pc:docMk/>
            <pc:sldMk cId="2345444058" sldId="277"/>
            <ac:spMk id="3083" creationId="{48A5EE63-B7F6-9FB1-F52F-AD2F4268F640}"/>
          </ac:spMkLst>
        </pc:spChg>
        <pc:picChg chg="del">
          <ac:chgData name="Ankur Rasiklal Thakkar Thakkar Rasiklal" userId="126aea9f-1674-4384-9647-f9d1c5d0bfc6" providerId="ADAL" clId="{CA5FF0B3-078F-40F2-996A-D897271D6F4B}" dt="2024-05-28T13:04:24.173" v="66" actId="478"/>
          <ac:picMkLst>
            <pc:docMk/>
            <pc:sldMk cId="2345444058" sldId="277"/>
            <ac:picMk id="2" creationId="{BE8656C9-CEA6-2ED6-BD7F-1EB2D9032A39}"/>
          </ac:picMkLst>
        </pc:picChg>
        <pc:picChg chg="add mod">
          <ac:chgData name="Ankur Rasiklal Thakkar Thakkar Rasiklal" userId="126aea9f-1674-4384-9647-f9d1c5d0bfc6" providerId="ADAL" clId="{CA5FF0B3-078F-40F2-996A-D897271D6F4B}" dt="2024-05-28T13:04:45.278" v="75" actId="1076"/>
          <ac:picMkLst>
            <pc:docMk/>
            <pc:sldMk cId="2345444058" sldId="277"/>
            <ac:picMk id="4" creationId="{841DEBBD-9E85-D730-8B7E-A231611AAAD9}"/>
          </ac:picMkLst>
        </pc:picChg>
        <pc:picChg chg="mod">
          <ac:chgData name="Ankur Rasiklal Thakkar Thakkar Rasiklal" userId="126aea9f-1674-4384-9647-f9d1c5d0bfc6" providerId="ADAL" clId="{CA5FF0B3-078F-40F2-996A-D897271D6F4B}" dt="2024-05-28T13:04:41.384" v="74" actId="14100"/>
          <ac:picMkLst>
            <pc:docMk/>
            <pc:sldMk cId="2345444058" sldId="277"/>
            <ac:picMk id="3074" creationId="{74EF15E6-5EEC-C19F-7234-466EEBE27C85}"/>
          </ac:picMkLst>
        </pc:picChg>
      </pc:sldChg>
      <pc:sldChg chg="addSp delSp modSp mod">
        <pc:chgData name="Ankur Rasiklal Thakkar Thakkar Rasiklal" userId="126aea9f-1674-4384-9647-f9d1c5d0bfc6" providerId="ADAL" clId="{CA5FF0B3-078F-40F2-996A-D897271D6F4B}" dt="2024-05-28T13:07:17.228" v="168" actId="1076"/>
        <pc:sldMkLst>
          <pc:docMk/>
          <pc:sldMk cId="15295961" sldId="278"/>
        </pc:sldMkLst>
        <pc:spChg chg="del mod">
          <ac:chgData name="Ankur Rasiklal Thakkar Thakkar Rasiklal" userId="126aea9f-1674-4384-9647-f9d1c5d0bfc6" providerId="ADAL" clId="{CA5FF0B3-078F-40F2-996A-D897271D6F4B}" dt="2024-05-28T13:05:39.838" v="149" actId="478"/>
          <ac:spMkLst>
            <pc:docMk/>
            <pc:sldMk cId="15295961" sldId="278"/>
            <ac:spMk id="5" creationId="{9BD7CE85-AAE8-9D94-C886-B8900F89B948}"/>
          </ac:spMkLst>
        </pc:spChg>
        <pc:spChg chg="mod">
          <ac:chgData name="Ankur Rasiklal Thakkar Thakkar Rasiklal" userId="126aea9f-1674-4384-9647-f9d1c5d0bfc6" providerId="ADAL" clId="{CA5FF0B3-078F-40F2-996A-D897271D6F4B}" dt="2024-05-28T13:05:13.484" v="114" actId="6549"/>
          <ac:spMkLst>
            <pc:docMk/>
            <pc:sldMk cId="15295961" sldId="278"/>
            <ac:spMk id="7" creationId="{227C1AFB-2D1F-D3E9-4C7D-179D35580CD6}"/>
          </ac:spMkLst>
        </pc:spChg>
        <pc:spChg chg="add mod">
          <ac:chgData name="Ankur Rasiklal Thakkar Thakkar Rasiklal" userId="126aea9f-1674-4384-9647-f9d1c5d0bfc6" providerId="ADAL" clId="{CA5FF0B3-078F-40F2-996A-D897271D6F4B}" dt="2024-05-28T13:07:00.248" v="164" actId="20577"/>
          <ac:spMkLst>
            <pc:docMk/>
            <pc:sldMk cId="15295961" sldId="278"/>
            <ac:spMk id="9" creationId="{D061F42C-5682-DD1C-DA42-0E0CB2175523}"/>
          </ac:spMkLst>
        </pc:spChg>
        <pc:picChg chg="del">
          <ac:chgData name="Ankur Rasiklal Thakkar Thakkar Rasiklal" userId="126aea9f-1674-4384-9647-f9d1c5d0bfc6" providerId="ADAL" clId="{CA5FF0B3-078F-40F2-996A-D897271D6F4B}" dt="2024-05-28T13:04:51.778" v="76" actId="478"/>
          <ac:picMkLst>
            <pc:docMk/>
            <pc:sldMk cId="15295961" sldId="278"/>
            <ac:picMk id="2" creationId="{BE8656C9-CEA6-2ED6-BD7F-1EB2D9032A39}"/>
          </ac:picMkLst>
        </pc:picChg>
        <pc:picChg chg="mod">
          <ac:chgData name="Ankur Rasiklal Thakkar Thakkar Rasiklal" userId="126aea9f-1674-4384-9647-f9d1c5d0bfc6" providerId="ADAL" clId="{CA5FF0B3-078F-40F2-996A-D897271D6F4B}" dt="2024-05-28T13:07:14.489" v="167" actId="1076"/>
          <ac:picMkLst>
            <pc:docMk/>
            <pc:sldMk cId="15295961" sldId="278"/>
            <ac:picMk id="4" creationId="{F2E854A5-FC72-A2F1-5B64-EB2AED79C180}"/>
          </ac:picMkLst>
        </pc:picChg>
        <pc:picChg chg="del">
          <ac:chgData name="Ankur Rasiklal Thakkar Thakkar Rasiklal" userId="126aea9f-1674-4384-9647-f9d1c5d0bfc6" providerId="ADAL" clId="{CA5FF0B3-078F-40F2-996A-D897271D6F4B}" dt="2024-05-28T13:05:01.737" v="82" actId="478"/>
          <ac:picMkLst>
            <pc:docMk/>
            <pc:sldMk cId="15295961" sldId="278"/>
            <ac:picMk id="6" creationId="{92B2C98D-DB7C-0A40-E06F-F878C83A0819}"/>
          </ac:picMkLst>
        </pc:picChg>
        <pc:picChg chg="add mod">
          <ac:chgData name="Ankur Rasiklal Thakkar Thakkar Rasiklal" userId="126aea9f-1674-4384-9647-f9d1c5d0bfc6" providerId="ADAL" clId="{CA5FF0B3-078F-40F2-996A-D897271D6F4B}" dt="2024-05-28T13:07:17.228" v="168" actId="1076"/>
          <ac:picMkLst>
            <pc:docMk/>
            <pc:sldMk cId="15295961" sldId="278"/>
            <ac:picMk id="8" creationId="{9C52850B-8B7E-BA6B-044B-25AC8A7EBA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DD9C8446-696E-6942-B6C8-CC9CAD0B34E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F5592931-05C6-8543-8B6E-A8BD29BD5C2B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7E7AB22C-8B7E-9B4A-8C65-396C3C874D86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8CE9AC2A-20AD-8C48-B5EB-B5322BDBCDEE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4CF75428-5BE0-934D-BB71-675F8E23A386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9A85C5CA-AE29-AB4C-8F85-0373C72001D8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75594855-01E8-5A4B-B2B8-E2ECEF87910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5F02DCD1-2C6B-F948-9F72-3BB0CF3D512E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1583C39-01BF-7F43-854C-FBB4E9AB6B0C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4B103E64-1627-9140-8127-1849FED275E1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B562DF68-3089-814D-8A14-C651FE91885E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8293748" cy="2387600"/>
          </a:xfrm>
        </p:spPr>
        <p:txBody>
          <a:bodyPr/>
          <a:lstStyle/>
          <a:p>
            <a:r>
              <a:rPr lang="en-US" dirty="0"/>
              <a:t>Hospitality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/>
          <a:lstStyle/>
          <a:p>
            <a:r>
              <a:rPr lang="en-US" dirty="0"/>
              <a:t>Emirates National Facilities Management</a:t>
            </a:r>
          </a:p>
        </p:txBody>
      </p:sp>
      <p:pic>
        <p:nvPicPr>
          <p:cNvPr id="11" name="Picture 10" descr="A red and green logo&#10;&#10;Description automatically generated">
            <a:extLst>
              <a:ext uri="{FF2B5EF4-FFF2-40B4-BE49-F238E27FC236}">
                <a16:creationId xmlns:a16="http://schemas.microsoft.com/office/drawing/2014/main" id="{B4CB00F9-94BB-13E2-3319-98767978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348" y="91586"/>
            <a:ext cx="2284699" cy="22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 fontScale="90000"/>
          </a:bodyPr>
          <a:lstStyle/>
          <a:p>
            <a:r>
              <a:rPr lang="en-US" b="0" i="0" dirty="0">
                <a:effectLst/>
              </a:rPr>
              <a:t>Introduction</a:t>
            </a:r>
            <a:br>
              <a:rPr lang="en-US" b="0" i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95" y="1436946"/>
            <a:ext cx="5437959" cy="3984107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E" sz="1800" dirty="0">
                <a:effectLst/>
              </a:rPr>
              <a:t>EnFM Hospitality mobile application in a facility management business enhances the dining experience for employees or visitors.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AE" sz="13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E" sz="1800" dirty="0">
                <a:effectLst/>
              </a:rPr>
              <a:t>It provides a user-friendly platform for users to view the menu, customize their orders, and place food requests conveniently from their smartphones.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E" sz="13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E" sz="1800" dirty="0">
                <a:effectLst/>
              </a:rPr>
              <a:t>The app offers features like pre-ordering, reducing wait times and promoting seamless transactions.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E" sz="1300" dirty="0">
              <a:effectLst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AE" sz="1900" dirty="0">
                <a:effectLst/>
              </a:rPr>
              <a:t>Users can also access nutritional information, receive personalized recommendations, and provide feedback for continuous improvement. </a:t>
            </a:r>
          </a:p>
          <a:p>
            <a:endParaRPr lang="en-US" sz="1300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A9A041B-71D3-0455-C9DA-8AAE21410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D9C8446-696E-6942-B6C8-CC9CAD0B34E0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F615FFD-D0C2-00B6-7986-5A1D458B3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A7E8D03-DF38-B764-FC7D-158C0FA9B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4" name="Picture 3" descr="A red and green logo&#10;&#10;Description automatically generated">
            <a:extLst>
              <a:ext uri="{FF2B5EF4-FFF2-40B4-BE49-F238E27FC236}">
                <a16:creationId xmlns:a16="http://schemas.microsoft.com/office/drawing/2014/main" id="{BCFC619E-8CB0-D029-BD60-5689A8BE3D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01" r="1" b="16675"/>
          <a:stretch/>
        </p:blipFill>
        <p:spPr>
          <a:xfrm>
            <a:off x="7574126" y="1920030"/>
            <a:ext cx="3372549" cy="23683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en-US" b="0" i="0">
                <a:effectLst/>
              </a:rPr>
              <a:t>Book The Order</a:t>
            </a:r>
            <a:endParaRPr lang="en-US"/>
          </a:p>
        </p:txBody>
      </p:sp>
      <p:pic>
        <p:nvPicPr>
          <p:cNvPr id="4" name="Picture 3" descr="A red and green logo&#10;&#10;Description automatically generated">
            <a:extLst>
              <a:ext uri="{FF2B5EF4-FFF2-40B4-BE49-F238E27FC236}">
                <a16:creationId xmlns:a16="http://schemas.microsoft.com/office/drawing/2014/main" id="{FB16A0F2-38C8-6E4B-FA2B-F81DDD2583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" r="-3" b="-3"/>
          <a:stretch/>
        </p:blipFill>
        <p:spPr>
          <a:xfrm>
            <a:off x="1519528" y="2033331"/>
            <a:ext cx="2703155" cy="2703155"/>
          </a:xfrm>
          <a:prstGeom prst="rect">
            <a:avLst/>
          </a:prstGeom>
          <a:noFill/>
        </p:spPr>
      </p:pic>
      <p:sp>
        <p:nvSpPr>
          <p:cNvPr id="1107" name="Date Placeholder 3">
            <a:extLst>
              <a:ext uri="{FF2B5EF4-FFF2-40B4-BE49-F238E27FC236}">
                <a16:creationId xmlns:a16="http://schemas.microsoft.com/office/drawing/2014/main" id="{038BB621-CECD-A251-1140-2BD05B7BA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E7AB22C-8B7E-9B4A-8C65-396C3C874D86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108" name="Footer Placeholder 4">
            <a:extLst>
              <a:ext uri="{FF2B5EF4-FFF2-40B4-BE49-F238E27FC236}">
                <a16:creationId xmlns:a16="http://schemas.microsoft.com/office/drawing/2014/main" id="{D0425C18-CC25-A895-BCBE-DE4522CE6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109" name="Slide Number Placeholder 5">
            <a:extLst>
              <a:ext uri="{FF2B5EF4-FFF2-40B4-BE49-F238E27FC236}">
                <a16:creationId xmlns:a16="http://schemas.microsoft.com/office/drawing/2014/main" id="{BCE91B97-3D57-29D3-4E53-C8F7BDF03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026" name="Picture 9" descr="A screenshot of a menu&#10;&#10;Description automatically generated with medium confidence">
            <a:extLst>
              <a:ext uri="{FF2B5EF4-FFF2-40B4-BE49-F238E27FC236}">
                <a16:creationId xmlns:a16="http://schemas.microsoft.com/office/drawing/2014/main" id="{5D12F613-9F14-BE8D-3350-1AB980F2EB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8438"/>
          <a:stretch/>
        </p:blipFill>
        <p:spPr bwMode="auto">
          <a:xfrm>
            <a:off x="5943600" y="624182"/>
            <a:ext cx="4234409" cy="519559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" name="Date Placeholder 14">
            <a:extLst>
              <a:ext uri="{FF2B5EF4-FFF2-40B4-BE49-F238E27FC236}">
                <a16:creationId xmlns:a16="http://schemas.microsoft.com/office/drawing/2014/main" id="{6536A340-09E9-FDDA-05BB-693DCCE5816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156980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A85C5CA-AE29-AB4C-8F85-0373C72001D8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096" name="Footer Placeholder 15">
            <a:extLst>
              <a:ext uri="{FF2B5EF4-FFF2-40B4-BE49-F238E27FC236}">
                <a16:creationId xmlns:a16="http://schemas.microsoft.com/office/drawing/2014/main" id="{13B9922E-3DD5-7530-2981-E5BCD1D2B36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71106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097" name="Slide Number Placeholder 16">
            <a:extLst>
              <a:ext uri="{FF2B5EF4-FFF2-40B4-BE49-F238E27FC236}">
                <a16:creationId xmlns:a16="http://schemas.microsoft.com/office/drawing/2014/main" id="{CD45C396-A175-8D47-AC05-D3C45A65E7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32334" y="6356350"/>
            <a:ext cx="11674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075" name="Date Placeholder 26">
            <a:extLst>
              <a:ext uri="{FF2B5EF4-FFF2-40B4-BE49-F238E27FC236}">
                <a16:creationId xmlns:a16="http://schemas.microsoft.com/office/drawing/2014/main" id="{14DFA0FC-D6C3-F1C5-18F7-664A775F802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75594855-01E8-5A4B-B2B8-E2ECEF879100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077" name="Footer Placeholder 27">
            <a:extLst>
              <a:ext uri="{FF2B5EF4-FFF2-40B4-BE49-F238E27FC236}">
                <a16:creationId xmlns:a16="http://schemas.microsoft.com/office/drawing/2014/main" id="{FA90DF05-FA01-440F-8878-0A0D964BB89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079" name="Slide Number Placeholder 28">
            <a:extLst>
              <a:ext uri="{FF2B5EF4-FFF2-40B4-BE49-F238E27FC236}">
                <a16:creationId xmlns:a16="http://schemas.microsoft.com/office/drawing/2014/main" id="{27E00D2B-0EB7-E0E3-C5B8-618750063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0678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057" name="Slide Number Placeholder 10">
            <a:extLst>
              <a:ext uri="{FF2B5EF4-FFF2-40B4-BE49-F238E27FC236}">
                <a16:creationId xmlns:a16="http://schemas.microsoft.com/office/drawing/2014/main" id="{93B2A6F5-8D90-8CD2-FC72-04EB9A2185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045" name="Date Placeholder 3">
            <a:extLst>
              <a:ext uri="{FF2B5EF4-FFF2-40B4-BE49-F238E27FC236}">
                <a16:creationId xmlns:a16="http://schemas.microsoft.com/office/drawing/2014/main" id="{ED67DF17-2072-A322-7347-C56803DF645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1583C39-01BF-7F43-854C-FBB4E9AB6B0C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046" name="Footer Placeholder 4">
            <a:extLst>
              <a:ext uri="{FF2B5EF4-FFF2-40B4-BE49-F238E27FC236}">
                <a16:creationId xmlns:a16="http://schemas.microsoft.com/office/drawing/2014/main" id="{7D84BB48-3A07-3427-22E6-5C256A2BA2D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047" name="Slide Number Placeholder 5">
            <a:extLst>
              <a:ext uri="{FF2B5EF4-FFF2-40B4-BE49-F238E27FC236}">
                <a16:creationId xmlns:a16="http://schemas.microsoft.com/office/drawing/2014/main" id="{6AABC231-982F-F8B0-26B0-066087757C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051" name="Date Placeholder 3">
            <a:extLst>
              <a:ext uri="{FF2B5EF4-FFF2-40B4-BE49-F238E27FC236}">
                <a16:creationId xmlns:a16="http://schemas.microsoft.com/office/drawing/2014/main" id="{32A1293D-B376-6B87-82AC-1E439414AD8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1000" y="6356350"/>
            <a:ext cx="17671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B103E64-1627-9140-8127-1849FED275E1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1052" name="Footer Placeholder 4">
            <a:extLst>
              <a:ext uri="{FF2B5EF4-FFF2-40B4-BE49-F238E27FC236}">
                <a16:creationId xmlns:a16="http://schemas.microsoft.com/office/drawing/2014/main" id="{E8CFFFB3-DCC7-AC8C-9088-F6E021864F2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9018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Title 1">
            <a:extLst>
              <a:ext uri="{FF2B5EF4-FFF2-40B4-BE49-F238E27FC236}">
                <a16:creationId xmlns:a16="http://schemas.microsoft.com/office/drawing/2014/main" id="{E5D0DCB8-19B4-EAE8-843C-EF654B45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Pantry Staff Screen</a:t>
            </a:r>
            <a:endParaRPr lang="en-US"/>
          </a:p>
        </p:txBody>
      </p:sp>
      <p:pic>
        <p:nvPicPr>
          <p:cNvPr id="2051" name="Picture 10">
            <a:extLst>
              <a:ext uri="{FF2B5EF4-FFF2-40B4-BE49-F238E27FC236}">
                <a16:creationId xmlns:a16="http://schemas.microsoft.com/office/drawing/2014/main" id="{7EF4F1D0-C7A7-3024-0B48-A14BCF8F2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318" y="1862014"/>
            <a:ext cx="7211213" cy="367771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" name="Date Placeholder 3">
            <a:extLst>
              <a:ext uri="{FF2B5EF4-FFF2-40B4-BE49-F238E27FC236}">
                <a16:creationId xmlns:a16="http://schemas.microsoft.com/office/drawing/2014/main" id="{C0190814-1D83-AEC6-C1AB-9E6210CFE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D9C8446-696E-6942-B6C8-CC9CAD0B34E0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2070" name="Footer Placeholder 4">
            <a:extLst>
              <a:ext uri="{FF2B5EF4-FFF2-40B4-BE49-F238E27FC236}">
                <a16:creationId xmlns:a16="http://schemas.microsoft.com/office/drawing/2014/main" id="{10556EBE-A4E6-DB36-832B-D8E9C8BAE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2072" name="Slide Number Placeholder 5">
            <a:extLst>
              <a:ext uri="{FF2B5EF4-FFF2-40B4-BE49-F238E27FC236}">
                <a16:creationId xmlns:a16="http://schemas.microsoft.com/office/drawing/2014/main" id="{707C32B3-8B45-3A83-8EED-9EC72F116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3" name="Picture 2" descr="A red and green logo&#10;&#10;Description automatically generated">
            <a:extLst>
              <a:ext uri="{FF2B5EF4-FFF2-40B4-BE49-F238E27FC236}">
                <a16:creationId xmlns:a16="http://schemas.microsoft.com/office/drawing/2014/main" id="{27F5817C-F6AD-063C-1F03-14FBBA0B1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747" y="2017465"/>
            <a:ext cx="3366815" cy="3366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Title 1">
            <a:extLst>
              <a:ext uri="{FF2B5EF4-FFF2-40B4-BE49-F238E27FC236}">
                <a16:creationId xmlns:a16="http://schemas.microsoft.com/office/drawing/2014/main" id="{E5D0DCB8-19B4-EAE8-843C-EF654B45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Management Dashboard</a:t>
            </a:r>
            <a:endParaRPr lang="en-US"/>
          </a:p>
        </p:txBody>
      </p:sp>
      <p:pic>
        <p:nvPicPr>
          <p:cNvPr id="3074" name="Picture 11">
            <a:extLst>
              <a:ext uri="{FF2B5EF4-FFF2-40B4-BE49-F238E27FC236}">
                <a16:creationId xmlns:a16="http://schemas.microsoft.com/office/drawing/2014/main" id="{74EF15E6-5EEC-C19F-7234-466EEBE27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599" y="2017467"/>
            <a:ext cx="6960216" cy="349750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Date Placeholder 3">
            <a:extLst>
              <a:ext uri="{FF2B5EF4-FFF2-40B4-BE49-F238E27FC236}">
                <a16:creationId xmlns:a16="http://schemas.microsoft.com/office/drawing/2014/main" id="{876B7E07-80BD-9457-7DF7-6B82555FE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DD9C8446-696E-6942-B6C8-CC9CAD0B34E0}" type="datetime1">
              <a:rPr lang="en-US" smtClean="0"/>
              <a:pPr>
                <a:spcAft>
                  <a:spcPts val="600"/>
                </a:spcAft>
              </a:pPr>
              <a:t>5/28/2024</a:t>
            </a:fld>
            <a:endParaRPr lang="en-US"/>
          </a:p>
        </p:txBody>
      </p:sp>
      <p:sp>
        <p:nvSpPr>
          <p:cNvPr id="3081" name="Footer Placeholder 4">
            <a:extLst>
              <a:ext uri="{FF2B5EF4-FFF2-40B4-BE49-F238E27FC236}">
                <a16:creationId xmlns:a16="http://schemas.microsoft.com/office/drawing/2014/main" id="{4CFF7EEC-71C5-CF6D-985F-2E447D51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3083" name="Slide Number Placeholder 5">
            <a:extLst>
              <a:ext uri="{FF2B5EF4-FFF2-40B4-BE49-F238E27FC236}">
                <a16:creationId xmlns:a16="http://schemas.microsoft.com/office/drawing/2014/main" id="{48A5EE63-B7F6-9FB1-F52F-AD2F4268F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4" name="Picture 3" descr="A red and green logo&#10;&#10;Description automatically generated">
            <a:extLst>
              <a:ext uri="{FF2B5EF4-FFF2-40B4-BE49-F238E27FC236}">
                <a16:creationId xmlns:a16="http://schemas.microsoft.com/office/drawing/2014/main" id="{841DEBBD-9E85-D730-8B7E-A231611A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082813"/>
            <a:ext cx="3366815" cy="3366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544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Title 1">
            <a:extLst>
              <a:ext uri="{FF2B5EF4-FFF2-40B4-BE49-F238E27FC236}">
                <a16:creationId xmlns:a16="http://schemas.microsoft.com/office/drawing/2014/main" id="{E5D0DCB8-19B4-EAE8-843C-EF654B45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437" y="133781"/>
            <a:ext cx="8163120" cy="65469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AE" sz="4300" dirty="0"/>
              <a:t>Hospitality App Proposal </a:t>
            </a:r>
            <a:endParaRPr lang="en-US" sz="4300" dirty="0"/>
          </a:p>
        </p:txBody>
      </p:sp>
      <p:pic>
        <p:nvPicPr>
          <p:cNvPr id="4" name="Picture 3" descr="A qr code with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F2E854A5-FC72-A2F1-5B64-EB2AED79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695" y="1089454"/>
            <a:ext cx="3699114" cy="36991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27C1AFB-2D1F-D3E9-4C7D-179D35580CD6}"/>
              </a:ext>
            </a:extLst>
          </p:cNvPr>
          <p:cNvSpPr txBox="1">
            <a:spLocks/>
          </p:cNvSpPr>
          <p:nvPr/>
        </p:nvSpPr>
        <p:spPr>
          <a:xfrm>
            <a:off x="5541252" y="5907235"/>
            <a:ext cx="3293706" cy="654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endParaRPr lang="en-AE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  <p:pic>
        <p:nvPicPr>
          <p:cNvPr id="8" name="Picture 7" descr="A red and green logo&#10;&#10;Description automatically generated">
            <a:extLst>
              <a:ext uri="{FF2B5EF4-FFF2-40B4-BE49-F238E27FC236}">
                <a16:creationId xmlns:a16="http://schemas.microsoft.com/office/drawing/2014/main" id="{9C52850B-8B7E-BA6B-044B-25AC8A7E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5" y="1748535"/>
            <a:ext cx="2380952" cy="23809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061F42C-5682-DD1C-DA42-0E0CB2175523}"/>
              </a:ext>
            </a:extLst>
          </p:cNvPr>
          <p:cNvSpPr txBox="1">
            <a:spLocks/>
          </p:cNvSpPr>
          <p:nvPr/>
        </p:nvSpPr>
        <p:spPr>
          <a:xfrm>
            <a:off x="4449147" y="5907235"/>
            <a:ext cx="3293706" cy="654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E" sz="2400" dirty="0"/>
              <a:t>500 QR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AE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E" sz="2400" dirty="0"/>
              <a:t>15000 AED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AE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E" sz="2400" dirty="0"/>
              <a:t>Annual Subscription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9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>
            <a:normAutofit/>
          </a:bodyPr>
          <a:lstStyle/>
          <a:p>
            <a:r>
              <a:rPr lang="en-US" dirty="0"/>
              <a:t>www.emiratesnfm.ae</a:t>
            </a:r>
          </a:p>
        </p:txBody>
      </p:sp>
      <p:pic>
        <p:nvPicPr>
          <p:cNvPr id="7" name="Picture 6" descr="A red and green logo&#10;&#10;Description automatically generated">
            <a:extLst>
              <a:ext uri="{FF2B5EF4-FFF2-40B4-BE49-F238E27FC236}">
                <a16:creationId xmlns:a16="http://schemas.microsoft.com/office/drawing/2014/main" id="{A83AE8EF-7FEE-A30F-93C6-C755409F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348" y="91586"/>
            <a:ext cx="2284699" cy="22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Color Block_Win32_AP_v2" id="{3EA4D81A-EBDE-431D-8B15-A5A6F500D5A4}" vid="{8EBF5489-0BE1-418D-A69C-2193D304C7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2121E1404FC4D92DBBF543D2EA71F" ma:contentTypeVersion="15" ma:contentTypeDescription="Create a new document." ma:contentTypeScope="" ma:versionID="91ca3c4de906ae9b59840db07f20b42a">
  <xsd:schema xmlns:xsd="http://www.w3.org/2001/XMLSchema" xmlns:xs="http://www.w3.org/2001/XMLSchema" xmlns:p="http://schemas.microsoft.com/office/2006/metadata/properties" xmlns:ns2="c9b175a4-1978-4243-ad40-d89e2f538255" xmlns:ns3="67a463f7-2d9f-453c-b100-09a7c948c29b" targetNamespace="http://schemas.microsoft.com/office/2006/metadata/properties" ma:root="true" ma:fieldsID="495ba8063bbcd3d5063306855bc0caf4" ns2:_="" ns3:_="">
    <xsd:import namespace="c9b175a4-1978-4243-ad40-d89e2f538255"/>
    <xsd:import namespace="67a463f7-2d9f-453c-b100-09a7c948c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Flow_SignoffStatu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175a4-1978-4243-ad40-d89e2f538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0" nillable="true" ma:displayName="Sign-off status" ma:internalName="Sign_x002d_off_x0020_status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989be7a-63ac-4319-bf9d-2f779fa667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463f7-2d9f-453c-b100-09a7c948c2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bab6448-ed62-4094-8dba-c98a09ff908a}" ma:internalName="TaxCatchAll" ma:showField="CatchAllData" ma:web="67a463f7-2d9f-453c-b100-09a7c948c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a463f7-2d9f-453c-b100-09a7c948c29b" xsi:nil="true"/>
    <_Flow_SignoffStatus xmlns="c9b175a4-1978-4243-ad40-d89e2f538255" xsi:nil="true"/>
    <lcf76f155ced4ddcb4097134ff3c332f xmlns="c9b175a4-1978-4243-ad40-d89e2f53825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22B8AB-DECD-4AE6-A777-C216C8D651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175a4-1978-4243-ad40-d89e2f538255"/>
    <ds:schemaRef ds:uri="67a463f7-2d9f-453c-b100-09a7c948c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67a463f7-2d9f-453c-b100-09a7c948c29b"/>
    <ds:schemaRef ds:uri="c9b175a4-1978-4243-ad40-d89e2f538255"/>
  </ds:schemaRefs>
</ds:datastoreItem>
</file>

<file path=customXml/itemProps3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{3246D305-4DB7-466A-8976-5C10F505980A}tf45331398_win32</Template>
  <TotalTime>63</TotalTime>
  <Words>140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Tenorite</vt:lpstr>
      <vt:lpstr>Wingdings</vt:lpstr>
      <vt:lpstr>Office Theme</vt:lpstr>
      <vt:lpstr>Hospitality Application</vt:lpstr>
      <vt:lpstr>Introduction </vt:lpstr>
      <vt:lpstr>Book The Order</vt:lpstr>
      <vt:lpstr>Pantry Staff Screen</vt:lpstr>
      <vt:lpstr>Management Dashboard</vt:lpstr>
      <vt:lpstr>Hospitality App Proposal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Application</dc:title>
  <dc:creator>Ankur Rasiklal Thakkar Thakkar Rasiklal</dc:creator>
  <cp:lastModifiedBy>Ankur Rasiklal Thakkar Thakkar Rasiklal</cp:lastModifiedBy>
  <cp:revision>14</cp:revision>
  <dcterms:created xsi:type="dcterms:W3CDTF">2023-06-16T04:46:38Z</dcterms:created>
  <dcterms:modified xsi:type="dcterms:W3CDTF">2024-05-28T13:07:49Z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0x0101004A32121E1404FC4D92DBBF543D2EA71F</vt:lpwstr>
  </property>
  <property fmtid="{D5CDD505-2E9C-101B-9397-08002B2CF9AE}" pid="3" name="MediaServiceImageTags">
    <vt:lpwstr/>
  </property>
</Properties>
</file>